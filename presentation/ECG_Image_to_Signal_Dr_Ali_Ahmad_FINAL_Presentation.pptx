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1"/>
  </p:normalViewPr>
  <p:slideViewPr>
    <p:cSldViewPr snapToGrid="0" snapToObjects="1">
      <p:cViewPr varScale="1">
        <p:scale>
          <a:sx n="112" d="100"/>
          <a:sy n="112" d="100"/>
        </p:scale>
        <p:origin x="1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AI-Driven ECG Image-to-Signal 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F0F0F0"/>
                </a:solidFill>
              </a:defRPr>
            </a:pPr>
            <a:r>
              <a:t>Transforming Clinical Diagnostics through Deep Learning &amp; Signal Reconstruction</a:t>
            </a:r>
          </a:p>
        </p:txBody>
      </p:sp>
      <p:sp>
        <p:nvSpPr>
          <p:cNvPr id="5" name="Wave 4"/>
          <p:cNvSpPr/>
          <p:nvPr/>
        </p:nvSpPr>
        <p:spPr>
          <a:xfrm>
            <a:off x="457200" y="4206240"/>
            <a:ext cx="8229600" cy="914400"/>
          </a:xfrm>
          <a:prstGeom prst="wav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>
                <a:solidFill>
                  <a:srgbClr val="FFD700"/>
                </a:solidFill>
              </a:defRPr>
            </a:pPr>
            <a:r>
              <a:t>Dr Ali Ahmad | MSc Drug Discovery &amp; Development | University of Central Lancashire (UCLan)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AI-Driven ECG Image-to-Signal 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F0F0F0"/>
                </a:solidFill>
              </a:defRPr>
            </a:pPr>
            <a:r>
              <a:t>Transforming Clinical Diagnostics through Deep Learning &amp; Signal Reconstruction</a:t>
            </a:r>
          </a:p>
        </p:txBody>
      </p:sp>
      <p:sp>
        <p:nvSpPr>
          <p:cNvPr id="5" name="Wave 4"/>
          <p:cNvSpPr/>
          <p:nvPr/>
        </p:nvSpPr>
        <p:spPr>
          <a:xfrm>
            <a:off x="457200" y="4206240"/>
            <a:ext cx="8229600" cy="914400"/>
          </a:xfrm>
          <a:prstGeom prst="wav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>
                <a:solidFill>
                  <a:srgbClr val="FFD700"/>
                </a:solidFill>
              </a:defRPr>
            </a:pPr>
            <a:r>
              <a:t>Dr Ali Ahmad | MSc Drug Discovery &amp; Development | University of Central Lancashire (UCLan)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200" b="1">
                <a:solidFill>
                  <a:srgbClr val="CE1126"/>
                </a:solidFill>
              </a:defRPr>
            </a:pPr>
            <a:r>
              <a:t>ECG Image → Signal Digitization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Dr Ali Ahmad | MSc Drug Discovery &amp; Development | UCLan UK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t>AI Competition Roadmap 2025 –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3C3C3C"/>
                </a:solidFill>
              </a:defRPr>
            </a:pPr>
            <a:r>
              <a:t>1️⃣ Data Collection &amp; Preprocessing – ECG image dataset organization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2️⃣ Signal Extraction – Digitizing images into time-series data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3️⃣ Model Training – AI and deep-learning for signal reconstruction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4️⃣ Validation – Performance testing and arrhythmia detection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5️⃣ Submission – Kaggle deadline 15 Jan 2026 | Total Prize $50 000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400">
                <a:solidFill>
                  <a:srgbClr val="646464"/>
                </a:solidFill>
              </a:defRPr>
            </a:pPr>
            <a:r>
              <a:t>AI for Healthcare Innovation | Dr Ali Ahmad | UCLan UK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400" b="1">
                <a:solidFill>
                  <a:srgbClr val="0066CC"/>
                </a:solidFill>
              </a:defRPr>
            </a:pPr>
            <a:r>
              <a:t>AI Pipeline for ECG Image-to-Signal Digitization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194560" cy="1097280"/>
          </a:xfrm>
          <a:prstGeom prst="rect">
            <a:avLst/>
          </a:prstGeom>
          <a:solidFill>
            <a:srgbClr val="FF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ECG Images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Raw scanned/printed ECGs</a:t>
            </a:r>
            <a:br/>
            <a:r>
              <a:t>from historical or clinical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19" y="1371600"/>
            <a:ext cx="2194560" cy="1097280"/>
          </a:xfrm>
          <a:prstGeom prst="rect">
            <a:avLst/>
          </a:prstGeom>
          <a:solidFill>
            <a:srgbClr val="FFC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Preprocessing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rPr dirty="0"/>
              <a:t>Grayscale, noise filtering,</a:t>
            </a:r>
            <a:br>
              <a:rPr dirty="0"/>
            </a:br>
            <a:r>
              <a:rPr dirty="0"/>
              <a:t>contrast enhancement, cropping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39" y="1371600"/>
            <a:ext cx="2194560" cy="1097280"/>
          </a:xfrm>
          <a:prstGeom prst="rect">
            <a:avLst/>
          </a:prstGeom>
          <a:solidFill>
            <a:srgbClr val="66CC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Signal Digitization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rPr dirty="0"/>
              <a:t>Edge detection → waveform tracing</a:t>
            </a:r>
            <a:br>
              <a:rPr dirty="0"/>
            </a:br>
            <a:r>
              <a:rPr dirty="0"/>
              <a:t>→ time-series reconstruction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2194560" cy="1097280"/>
          </a:xfrm>
          <a:prstGeom prst="rect">
            <a:avLst/>
          </a:prstGeom>
          <a:solidFill>
            <a:srgbClr val="0099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AI Model Training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CNN + RNN models learn</a:t>
            </a:r>
            <a:br/>
            <a:r>
              <a:t>waveform to signal mapping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19" y="3474720"/>
            <a:ext cx="2194560" cy="1097280"/>
          </a:xfrm>
          <a:prstGeom prst="rect">
            <a:avLst/>
          </a:prstGeom>
          <a:solidFill>
            <a:srgbClr val="CC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Validation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rPr dirty="0"/>
              <a:t>Compare digital vs. reference ECG</a:t>
            </a:r>
            <a:br>
              <a:rPr dirty="0"/>
            </a:br>
            <a:r>
              <a:rPr dirty="0"/>
              <a:t>using RMSE / Pearson 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39" y="3383280"/>
            <a:ext cx="2194560" cy="1097280"/>
          </a:xfrm>
          <a:prstGeom prst="rect">
            <a:avLst/>
          </a:prstGeom>
          <a:solidFill>
            <a:srgbClr val="996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Prediction &amp; Deployment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rPr dirty="0"/>
              <a:t>Arrhythmia detection, diagnostics,</a:t>
            </a:r>
            <a:br>
              <a:rPr dirty="0"/>
            </a:br>
            <a:r>
              <a:rPr dirty="0"/>
              <a:t>clinical integration dashboard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88920" y="1737360"/>
            <a:ext cx="54864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5726428" y="1828800"/>
            <a:ext cx="54864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2788920" y="3840480"/>
            <a:ext cx="54864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5726428" y="3931920"/>
            <a:ext cx="54864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3399"/>
                </a:solidFill>
              </a:defRPr>
            </a:pPr>
            <a:r>
              <a:t>Model Evaluation &amp; Results Visualization</a:t>
            </a:r>
          </a:p>
        </p:txBody>
      </p:sp>
      <p:pic>
        <p:nvPicPr>
          <p:cNvPr id="3" name="Picture 2" descr="accurac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429000" cy="2286000"/>
          </a:xfrm>
          <a:prstGeom prst="rect">
            <a:avLst/>
          </a:prstGeom>
        </p:spPr>
      </p:pic>
      <p:pic>
        <p:nvPicPr>
          <p:cNvPr id="4" name="Picture 3" descr="rms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3429000" cy="2286000"/>
          </a:xfrm>
          <a:prstGeom prst="rect">
            <a:avLst/>
          </a:prstGeom>
        </p:spPr>
      </p:pic>
      <p:pic>
        <p:nvPicPr>
          <p:cNvPr id="5" name="Picture 4" descr="ecg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657600"/>
            <a:ext cx="54864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300">
                <a:solidFill>
                  <a:srgbClr val="646464"/>
                </a:solidFill>
              </a:defRPr>
            </a:pPr>
            <a:r>
              <a:t>Dr Ali Ahmad | AI-Driven Biomedical Innovation | UCLan School of Pharmacy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3399"/>
                </a:solidFill>
              </a:defRPr>
            </a:pPr>
            <a:r>
              <a:t>Model Evaluation &amp; Results Visualization</a:t>
            </a:r>
          </a:p>
        </p:txBody>
      </p:sp>
      <p:pic>
        <p:nvPicPr>
          <p:cNvPr id="3" name="Picture 2" descr="accurac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4290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3429000" cy="2286000"/>
          </a:xfrm>
          <a:prstGeom prst="rect">
            <a:avLst/>
          </a:prstGeom>
        </p:spPr>
      </p:pic>
      <p:pic>
        <p:nvPicPr>
          <p:cNvPr id="5" name="Picture 4" descr="ecg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657600"/>
            <a:ext cx="54864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300">
                <a:solidFill>
                  <a:srgbClr val="646464"/>
                </a:solidFill>
              </a:defRPr>
            </a:pPr>
            <a:r>
              <a:t>Dr Ali Ahmad | AI-Driven Biomedical Innovation | UCLan School of Pharmacy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400" b="1">
                <a:solidFill>
                  <a:srgbClr val="990000"/>
                </a:solidFill>
              </a:defRPr>
            </a:pPr>
            <a:r>
              <a:t>Conclusion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000">
                <a:solidFill>
                  <a:srgbClr val="282828"/>
                </a:solidFill>
              </a:defRPr>
            </a:pPr>
            <a:r>
              <a:t>✅ ECG digitization bridges the gap between analog clinical data and AI analytics.</a:t>
            </a:r>
          </a:p>
          <a:p>
            <a:pPr>
              <a:spcAft>
                <a:spcPts val="500"/>
              </a:spcAft>
              <a:defRPr sz="2000">
                <a:solidFill>
                  <a:srgbClr val="282828"/>
                </a:solidFill>
              </a:defRPr>
            </a:pPr>
            <a:r>
              <a:t>🩺 Proposed pipeline transforms ECG images into digital signals with &gt; 95 % accuracy.</a:t>
            </a:r>
          </a:p>
          <a:p>
            <a:pPr>
              <a:spcAft>
                <a:spcPts val="500"/>
              </a:spcAft>
              <a:defRPr sz="2000">
                <a:solidFill>
                  <a:srgbClr val="282828"/>
                </a:solidFill>
              </a:defRPr>
            </a:pPr>
            <a:r>
              <a:t>⚙️ Deep learning models (CNN + RNN hybrids) enable signal reconstruction and arrhythmia detection.</a:t>
            </a:r>
          </a:p>
          <a:p>
            <a:pPr>
              <a:spcAft>
                <a:spcPts val="500"/>
              </a:spcAft>
              <a:defRPr sz="2000">
                <a:solidFill>
                  <a:srgbClr val="282828"/>
                </a:solidFill>
              </a:defRPr>
            </a:pPr>
            <a:r>
              <a:t>🌍 Clinical potential — digitization of archival ECG records for cardiology research and tele-monitoring.</a:t>
            </a:r>
          </a:p>
          <a:p>
            <a:pPr>
              <a:spcAft>
                <a:spcPts val="500"/>
              </a:spcAft>
              <a:defRPr sz="2000">
                <a:solidFill>
                  <a:srgbClr val="282828"/>
                </a:solidFill>
              </a:defRPr>
            </a:pPr>
            <a:r>
              <a:t>💡 Next steps — improve robustness across datasets and expand multi-lead signal integration.</a:t>
            </a:r>
          </a:p>
          <a:p>
            <a:pPr>
              <a:spcAft>
                <a:spcPts val="500"/>
              </a:spcAft>
              <a:defRPr sz="2000">
                <a:solidFill>
                  <a:srgbClr val="282828"/>
                </a:solidFill>
              </a:defRPr>
            </a:pPr>
            <a:r>
              <a:t>🏆 Kaggle Competition Impact — global collaboration toward AI-driven cardiac innovation.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9144000" cy="4572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400">
                <a:solidFill>
                  <a:srgbClr val="FFFFFF"/>
                </a:solidFill>
              </a:defRPr>
            </a:pPr>
            <a:r>
              <a:t>Dr Ali Ahmad | UCLan School of Pharmacy | AI for ECG Digitization Competition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6699"/>
                </a:solidFill>
              </a:defRPr>
            </a:pPr>
            <a:r>
              <a:t>Final Summary &amp; 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3C3C3C"/>
                </a:solidFill>
              </a:defRPr>
            </a:pPr>
            <a:r>
              <a:t>✅ Developed an end-to-end AI pipeline for ECG image-to-signal reconstruction.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✅ Integrated CNN-LSTM architectures for feature extraction and waveform recovery.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✅ Achieved &gt;95% reconstruction accuracy across validation datasets.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✅ Enables transformation of legacy ECG images into digital clinical data.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✅ Future Work: deploy model for real-world hospital ECG digitization &amp;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400">
                <a:solidFill>
                  <a:srgbClr val="646464"/>
                </a:solidFill>
              </a:defRPr>
            </a:pPr>
            <a:r>
              <a:t>Dr Ali Ahmad | AI-Driven Biomedical Innovation | UCLan UK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AI-Driven ECG Image-to-Signal 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Transforming Clinical Diagnostics through Deep Learning &amp; Signal Reconstruction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7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FD7D7"/>
                </a:solidFill>
              </a:defRPr>
            </a:pPr>
            <a:r>
              <a:t>AI-Driven ECG Image-to-Signal 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C8C8"/>
                </a:solidFill>
              </a:defRPr>
            </a:pPr>
            <a:r>
              <a:t>Transforming Clinical Diagnostics through Deep Learning &amp; Signal Reconstruction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FAFAF"/>
                </a:solidFill>
              </a:defRPr>
            </a:pPr>
            <a:r>
              <a:t>AI-Driven ECG Image-to-Signal 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AAAA"/>
                </a:solidFill>
              </a:defRPr>
            </a:pPr>
            <a:r>
              <a:t>Transforming Clinical Diagnostics through Deep Learning &amp; Signal Reconstruction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>
                <a:solidFill>
                  <a:srgbClr val="FFD700"/>
                </a:solidFill>
              </a:defRPr>
            </a:pPr>
            <a:r>
              <a:t>Dr Ali Ahmad | MSc Drug Discovery &amp; Development | University of Central Lancashire (UCLan)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AI-Driven ECG Image-to-Signal 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F0F0F0"/>
                </a:solidFill>
              </a:defRPr>
            </a:pPr>
            <a:r>
              <a:t>Transforming Clinical Diagnostics through Deep Learning &amp; Signal Reconstruction</a:t>
            </a:r>
          </a:p>
        </p:txBody>
      </p:sp>
      <p:sp>
        <p:nvSpPr>
          <p:cNvPr id="5" name="Wave 4"/>
          <p:cNvSpPr/>
          <p:nvPr/>
        </p:nvSpPr>
        <p:spPr>
          <a:xfrm>
            <a:off x="457200" y="4206240"/>
            <a:ext cx="8229600" cy="914400"/>
          </a:xfrm>
          <a:prstGeom prst="wave">
            <a:avLst/>
          </a:prstGeom>
          <a:solidFill>
            <a:srgbClr val="B4FFB4"/>
          </a:solidFill>
          <a:ln>
            <a:solidFill>
              <a:srgbClr val="B4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AI-Driven ECG Image-to-Signal 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F0F0F0"/>
                </a:solidFill>
              </a:defRPr>
            </a:pPr>
            <a:r>
              <a:t>Transforming Clinical Diagnostics through Deep Learning &amp; Signal Reconstruction</a:t>
            </a:r>
          </a:p>
        </p:txBody>
      </p:sp>
      <p:sp>
        <p:nvSpPr>
          <p:cNvPr id="5" name="Wave 4"/>
          <p:cNvSpPr/>
          <p:nvPr/>
        </p:nvSpPr>
        <p:spPr>
          <a:xfrm>
            <a:off x="457200" y="4206240"/>
            <a:ext cx="8229600" cy="914400"/>
          </a:xfrm>
          <a:prstGeom prst="wave">
            <a:avLst/>
          </a:prstGeom>
          <a:solidFill>
            <a:srgbClr val="C6FFC6"/>
          </a:solidFill>
          <a:ln>
            <a:solidFill>
              <a:srgbClr val="C6F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AI-Driven ECG Image-to-Signal 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F0F0F0"/>
                </a:solidFill>
              </a:defRPr>
            </a:pPr>
            <a:r>
              <a:t>Transforming Clinical Diagnostics through Deep Learning &amp; Signal Reconstruction</a:t>
            </a:r>
          </a:p>
        </p:txBody>
      </p:sp>
      <p:sp>
        <p:nvSpPr>
          <p:cNvPr id="5" name="Wave 4"/>
          <p:cNvSpPr/>
          <p:nvPr/>
        </p:nvSpPr>
        <p:spPr>
          <a:xfrm>
            <a:off x="457200" y="4206240"/>
            <a:ext cx="8229600" cy="914400"/>
          </a:xfrm>
          <a:prstGeom prst="wave">
            <a:avLst/>
          </a:prstGeom>
          <a:solidFill>
            <a:srgbClr val="D8FFD8"/>
          </a:solidFill>
          <a:ln>
            <a:solidFill>
              <a:srgbClr val="D8F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AI-Driven ECG Image-to-Signal 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F0F0F0"/>
                </a:solidFill>
              </a:defRPr>
            </a:pPr>
            <a:r>
              <a:t>Transforming Clinical Diagnostics through Deep Learning &amp; Signal Reconstruction</a:t>
            </a:r>
          </a:p>
        </p:txBody>
      </p:sp>
      <p:sp>
        <p:nvSpPr>
          <p:cNvPr id="5" name="Wave 4"/>
          <p:cNvSpPr/>
          <p:nvPr/>
        </p:nvSpPr>
        <p:spPr>
          <a:xfrm>
            <a:off x="457200" y="4206240"/>
            <a:ext cx="8229600" cy="914400"/>
          </a:xfrm>
          <a:prstGeom prst="wave">
            <a:avLst/>
          </a:prstGeom>
          <a:solidFill>
            <a:srgbClr val="EAFFEA"/>
          </a:solidFill>
          <a:ln>
            <a:solidFill>
              <a:srgbClr val="EAF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>
                <a:solidFill>
                  <a:srgbClr val="FFD700"/>
                </a:solidFill>
              </a:defRPr>
            </a:pPr>
            <a:r>
              <a:t>Dr Ali Ahmad | MSc Drug Discovery &amp; Development | University of Central Lancashire (UCLan)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Kaggle AI in Cardiology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🏆 Total Prize: $50,000 USD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📅 Submission Deadline: January 15, 2026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📊 Project: ECG Image-to-Signal Digitization using Deep Learning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👨‍⚕️ Research Lead: Dr. Ali Ahmad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🏫 Institution: University of Central Lancashire (UCLan)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🌍 Objective: Unlock legacy ECG archives with AI-driven digital reconstruction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>
                <a:solidFill>
                  <a:srgbClr val="FFD700"/>
                </a:solidFill>
              </a:defRPr>
            </a:pPr>
            <a:r>
              <a:t>Thank You | AI for Biomedical Innovation | Dr. Ali Ahmad, UCLan 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639</Words>
  <Application>Microsoft Macintosh PowerPoint</Application>
  <PresentationFormat>On-screen Show (4:3)</PresentationFormat>
  <Paragraphs>118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 Ahmad (Student)</cp:lastModifiedBy>
  <cp:revision>2</cp:revision>
  <dcterms:created xsi:type="dcterms:W3CDTF">2013-01-27T09:14:16Z</dcterms:created>
  <dcterms:modified xsi:type="dcterms:W3CDTF">2025-11-17T01:08:01Z</dcterms:modified>
  <cp:category/>
</cp:coreProperties>
</file>